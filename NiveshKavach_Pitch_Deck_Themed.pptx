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1B2A4A"/>
                </a:solidFill>
              </a:defRPr>
            </a:pPr>
            <a:r>
              <a:t>NiveshKavach (निवेश कवच)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1400"/>
              </a:spcAft>
              <a:defRPr sz="2400" b="1">
                <a:solidFill>
                  <a:srgbClr val="FF6B35"/>
                </a:solidFill>
              </a:defRPr>
            </a:pPr>
            <a:r>
              <a:t>AI-Powered Financial Shield for Indian Investors</a:t>
            </a:r>
          </a:p>
          <a:p>
            <a:pPr algn="ctr">
              <a:spcAft>
                <a:spcPts val="1400"/>
              </a:spcAft>
              <a:defRPr sz="2400" b="1">
                <a:solidFill>
                  <a:srgbClr val="FF6B35"/>
                </a:solidFill>
              </a:defRPr>
            </a:pPr>
            <a:endParaRPr/>
          </a:p>
          <a:p>
            <a:pPr algn="ctr">
              <a:spcAft>
                <a:spcPts val="1400"/>
              </a:spcAft>
              <a:defRPr sz="2400" b="1">
                <a:solidFill>
                  <a:srgbClr val="FF6B35"/>
                </a:solidFill>
              </a:defRPr>
            </a:pPr>
            <a:r>
              <a:t>Built for the SANGYAN Hackathon (IIT BHU x SEBI x NSDL)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Millions of retail investors are targeted daily by financial scams.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Fraudsters use WhatsApp, Telegram, and SMS to push 'Pump &amp; Dump' schemes and fake stock tips.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Investors lack an instant, accessible, vernacular tool to verify claims before losing money.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The Target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Everyday retail investors across Tier-2 and Tier-3 Indian cities.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First-time traders entering the market.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Retirees and non-tech-savvy individuals who rely heavily on WhatsApp for communication.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3. Our Solution: NiveshKavach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An omni-channel, AI-powered financial shield.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Users can paste text, upload screenshots, or forward WhatsApp messages directly to our bot.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Instantly analyzes the input against SEBI guidelines and provides a Risk Score (0-100).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4.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Multimodal AI: Analyzes both text and uploaded images/screenshots.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Vernacular Support: Auto-detects Hinglish/Hindi and responds natively.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Real-time Red Flags: Highlights false urgency, fake SEBI IDs, and guaranteed return traps.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Educational Tips: Context-aware advice instead of generic warnings.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5. The WhatsApp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ZERO App Downloads Required.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Meets users where they already are.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Fully integrated Twilio webhook allows users to just forward suspicious messages to a designated number for instant AI analysis.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6.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Frontend: Next.js, React, Tailwind CSS (HTML5 Canvas for image compression).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Backend: FastAPI (Python), SQLite for tracking metrics.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Core Engine: Custom Rule-Based Engine (Regex, Typosquatting, UPI Validation).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AI Engine: OpenRouter API for dynamic model fallback.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7. The AI &amp; ML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Primary LLM: Qwen-27B (Highly capable in Hindi/Indic reasoning).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Vision AI: Llama-3.2-11B-Vision for deep OCR and context extraction from scam screenshots.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Smart Fallback: Ensures 100% uptime even if one AI model fails.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Impact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Impact: Prevents capital loss, increases investor resilience, and builds trust in Indian capital markets.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Scalability: Highly scalable cloud architecture. WhatsApp integration allows immediate reach to 500M+ Indians without friction.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80"/>
            <a:ext cx="0" cy="0"/>
          </a:xfrm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9.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Integration with official SEBI SCORES portal for one-click grievance filing.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Voice-note analysis for deepfake/scam call detection.</a:t>
            </a:r>
          </a:p>
          <a:p>
            <a:pPr algn="l">
              <a:spcAft>
                <a:spcPts val="1400"/>
              </a:spcAft>
              <a:defRPr sz="2400">
                <a:solidFill>
                  <a:srgbClr val="1B2A4A"/>
                </a:solidFill>
              </a:defRPr>
            </a:pPr>
            <a:r>
              <a:t>• Support for 10+ regional languages (Tamil, Telugu, Bengali, etc.).</a:t>
            </a:r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1B2A4A"/>
                </a:solidFill>
              </a:defRPr>
            </a:pPr>
            <a:r>
              <a:t>10. 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spcAft>
                <a:spcPts val="1400"/>
              </a:spcAft>
              <a:defRPr sz="2400" b="1">
                <a:solidFill>
                  <a:srgbClr val="FF6B35"/>
                </a:solidFill>
              </a:defRPr>
            </a:pPr>
            <a:r>
              <a:rPr dirty="0"/>
              <a:t>Protecting Indian investors, one message at a time.</a:t>
            </a:r>
          </a:p>
          <a:p>
            <a:pPr algn="ctr">
              <a:spcAft>
                <a:spcPts val="1400"/>
              </a:spcAft>
              <a:defRPr sz="2400" b="1">
                <a:solidFill>
                  <a:srgbClr val="FF6B35"/>
                </a:solidFill>
              </a:defRPr>
            </a:pPr>
            <a:endParaRPr dirty="0"/>
          </a:p>
          <a:p>
            <a:pPr algn="ctr">
              <a:spcAft>
                <a:spcPts val="1400"/>
              </a:spcAft>
              <a:defRPr sz="2400" b="1">
                <a:solidFill>
                  <a:srgbClr val="FF6B35"/>
                </a:solidFill>
              </a:defRPr>
            </a:pPr>
            <a:r>
              <a:rPr dirty="0"/>
              <a:t>Team: </a:t>
            </a:r>
            <a:r>
              <a:rPr lang="en-IN" dirty="0" err="1"/>
              <a:t>The</a:t>
            </a:r>
            <a:r>
              <a:rPr lang="en-IN" err="1"/>
              <a:t>_</a:t>
            </a:r>
            <a:r>
              <a:rPr lang="en-IN"/>
              <a:t>pandas</a:t>
            </a:r>
            <a:endParaRPr/>
          </a:p>
          <a:p>
            <a:pPr algn="ctr">
              <a:spcAft>
                <a:spcPts val="1400"/>
              </a:spcAft>
              <a:defRPr sz="2400" b="1">
                <a:solidFill>
                  <a:srgbClr val="FF6B35"/>
                </a:solidFill>
              </a:defRPr>
            </a:pPr>
            <a:r>
              <a:rPr dirty="0"/>
              <a:t>Project: </a:t>
            </a:r>
            <a:r>
              <a:rPr dirty="0" err="1"/>
              <a:t>NiveshKavach</a:t>
            </a:r>
            <a:endParaRPr dirty="0"/>
          </a:p>
        </p:txBody>
      </p:sp>
      <p:pic>
        <p:nvPicPr>
          <p:cNvPr id="4" name="Picture 3" descr="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480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NiveshKavach (निवेश कवच)</vt:lpstr>
      <vt:lpstr>1. The Problem</vt:lpstr>
      <vt:lpstr>2. The Target User</vt:lpstr>
      <vt:lpstr>3. Our Solution: NiveshKavach</vt:lpstr>
      <vt:lpstr>4. Key Features</vt:lpstr>
      <vt:lpstr>5. The WhatsApp Integration</vt:lpstr>
      <vt:lpstr>6. Technical Architecture</vt:lpstr>
      <vt:lpstr>7. The AI &amp; ML Components</vt:lpstr>
      <vt:lpstr>8. Impact &amp; Scalability</vt:lpstr>
      <vt:lpstr>9. Future Roadmap</vt:lpstr>
      <vt:lpstr>10. 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Kumar</cp:lastModifiedBy>
  <cp:revision>2</cp:revision>
  <dcterms:created xsi:type="dcterms:W3CDTF">2013-01-27T09:14:16Z</dcterms:created>
  <dcterms:modified xsi:type="dcterms:W3CDTF">2026-10-04T18:34:18Z</dcterms:modified>
  <cp:category/>
</cp:coreProperties>
</file>